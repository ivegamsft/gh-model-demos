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E99A-D567-4406-1C13-C15F42C3F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104AD-E727-1C14-65A1-0C0A9FF90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56A8A-3C72-4698-1E3D-AF66007A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ED67F-ED97-585B-E101-5FD73C5FF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92210-8FB1-B76E-DA67-FBE1E917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66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DB50-DD30-0F4C-2A46-916C9D27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D3A8C-2B99-6AC5-E967-89D3DD94E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FCCE-F0F2-8F94-530B-15C8306E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9DA67-2C9E-DEFA-244B-84455E41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AF0E1-48D5-1492-0F05-0A2351D8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72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70FF-7EAB-B539-0DDD-86E9D7839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99DBC-41A9-484A-FB0F-83BA75F2B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75450-84A8-6182-AD05-AA032362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48C63-4F31-775E-8014-45A4AC244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F01D6-11AA-633A-AA00-4C82CB6C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4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DBC2-51DF-1E89-70D9-7FCD6382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497EA-0FB9-3E34-68CA-189D3F2E8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39608-D0F2-F814-4420-E65F5EA8F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E546E-6670-B7D9-A00E-28CE85050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C3320-0439-A989-CD1D-CDFAC6D81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02EE-5074-90F6-B31E-A1A98778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4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EECA-BAE0-E6EB-1468-780A8A4E8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A1B8-F685-73A5-5187-F56269EFE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6E40C-658A-360B-E861-9B013182E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F9EF4-A04D-A347-F9F3-5E6A051AC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32C5A-0509-E8BA-BDCF-21BCC1391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A8775-A3EF-0BB6-0718-E7413F46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675921-FF55-6CF0-C51D-F57CB2FEA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377958-5A97-4A6C-8EF7-8FAEF762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62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4CF6-1C17-9FE7-FF86-A658C955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FF7D0-1557-A0D5-E8DA-5329EFB5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F0897-C15E-C1C4-11EB-AEC733BB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1FCAD-58BA-5101-C49A-3CB8189C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55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EA7FF1-BD19-30FA-9BC8-007F3DF5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2466F-0F84-7561-2FFD-8CF13AFB5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48E3B-A0DA-5625-D343-CE2E2204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73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AE44-C07F-173B-A704-482DDDE00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8F2B-0286-7466-1C19-5BE29FA9F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77BC1-EAB4-AA57-039D-9CAE9B4D3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D16ED-B637-B3F0-25ED-64646774E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8A4C4-BE72-727C-16BA-A3ED3630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F73F-4280-D491-BB3A-EFE02577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4939-A98A-FAFB-8F4B-C66BE98D9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1F08B-A7A8-46EC-A208-89D4420BCF7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C0BAD-D845-7BDD-07F2-A8A961C7E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F72B5-3AEB-E055-9ADA-AEF6EB17B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35BEC-763C-E060-B2FA-A13FEBA4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E0F13-6CD8-BF07-90F5-F79EB7D2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6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3F37-9D7C-835A-F09C-9B60201A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CCD5A-A0AB-184F-B97E-4675F821C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751EF-3994-4414-4C8C-1A4A75DB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6F53E-2F83-1EB3-722F-AB7D497B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EF524-1FFE-CC5D-A10F-7EC97FD2D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6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38882-E004-7996-A74F-CFDAEA44B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4CBE2-3FE0-A027-D6DD-D8487651B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2299D-94C4-6F16-6D00-9B0A2E6B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F7FF9-7A2F-A7D6-C888-7E0E9840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B00DF-E611-B148-1179-DDE0DE88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3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B79F7-160D-FD9A-E32B-6D43BE5F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62045-D592-8429-F476-585620597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C051-1360-3BF9-83D3-2DD86D9510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9E25F-F99A-4C09-A369-CE5133F5C9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2E924-C665-339C-B83D-9E1EFD0C9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29300-D956-0104-500B-A54E281A9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799BF-1C54-4915-8A25-4C8EE023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5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E720AD-F79B-1382-ECFE-C79580B21A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26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739768-CAD3-789E-E714-C35BFCFC7E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19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EBCCD7-91F8-0B64-3C67-1BA24750EDD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20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61421-4F5B-E026-1389-707D7F6313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55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25C949-9BCF-AF98-2F09-DE6CA2FB5C8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62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0946B-CEE7-8F6C-4353-697643E909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70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C5343-8576-A182-463E-94105118FD1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8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2F55A4-CDF9-D164-8B75-DAC2DA0D2F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83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4D2BC6-A6B7-0516-BEAE-8972B91B68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58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E08B0C-A0A5-9D71-BE88-4ADFA85F08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42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9A6B42-802A-5098-5069-1237238162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7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2194F7-E1DA-B797-A3CF-18043C3501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69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EDC12F-49FF-9CFD-B83E-E8945A3D2EF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86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B5454D-EA06-F7DA-D4B0-68B33A2FF4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98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EAE138-B6FA-1D4A-E16F-80708E6C5C4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65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394B2C-3E27-D847-7D35-EFE7F5B7EA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06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2DB6B7-DDD4-D18B-79AE-0136244FA0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98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8D4F2A-FCD7-3961-8033-C0B18F78CB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05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15E1AF-44C8-0DCE-E92B-884B2430EF9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87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C2936-EF26-E4D0-1C07-D0429E2A568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22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8887B-348D-C5D7-122F-348D482CEA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51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45D9D9-2766-5D54-1470-1E1AF5A7F5A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92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Israel Vega</dc:creator>
  <cp:lastModifiedBy>Israel Vega</cp:lastModifiedBy>
  <cp:revision>1</cp:revision>
  <dcterms:created xsi:type="dcterms:W3CDTF">2026-10-16T13:37:52Z</dcterms:created>
  <dcterms:modified xsi:type="dcterms:W3CDTF">2026-10-16T13:37:52Z</dcterms:modified>
</cp:coreProperties>
</file>